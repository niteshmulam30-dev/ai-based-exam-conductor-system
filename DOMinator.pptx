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5" r:id="rId9"/>
    <p:sldId id="274" r:id="rId10"/>
    <p:sldId id="276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656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758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C64337-F1FB-1071-6C5D-50C125909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6680"/>
            <a:ext cx="14630399" cy="8335428"/>
          </a:xfrm>
          <a:prstGeom prst="rect">
            <a:avLst/>
          </a:prstGeom>
        </p:spPr>
      </p:pic>
      <p:pic>
        <p:nvPicPr>
          <p:cNvPr id="10" name="Google Shape;129;p4" descr="A logo with blue and yellow colors&#10;&#10;AI-generated content may be incorrect.">
            <a:extLst>
              <a:ext uri="{FF2B5EF4-FFF2-40B4-BE49-F238E27FC236}">
                <a16:creationId xmlns:a16="http://schemas.microsoft.com/office/drawing/2014/main" id="{922716A3-231A-9AA3-0904-A1FD6C3ACA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-106680"/>
            <a:ext cx="1409528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30;p4" descr="A gold coin with a picture of a child and a child holding a stick&#10;&#10;AI-generated content may be incorrect.">
            <a:extLst>
              <a:ext uri="{FF2B5EF4-FFF2-40B4-BE49-F238E27FC236}">
                <a16:creationId xmlns:a16="http://schemas.microsoft.com/office/drawing/2014/main" id="{A4E17D27-EC07-D673-F2B2-8E67691B2FE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704534" y="-106680"/>
            <a:ext cx="925866" cy="92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4513DC-7039-1C24-BB6A-91A995A70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4630401" cy="8229600"/>
          </a:xfrm>
          <a:prstGeom prst="rect">
            <a:avLst/>
          </a:prstGeom>
        </p:spPr>
      </p:pic>
      <p:pic>
        <p:nvPicPr>
          <p:cNvPr id="3" name="Google Shape;130;p4" descr="A gold coin with a picture of a child and a child holding a stick&#10;&#10;AI-generated content may be incorrect.">
            <a:extLst>
              <a:ext uri="{FF2B5EF4-FFF2-40B4-BE49-F238E27FC236}">
                <a16:creationId xmlns:a16="http://schemas.microsoft.com/office/drawing/2014/main" id="{0DF6AEB4-BE13-01C1-F790-1BCA9E5388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04534" y="0"/>
            <a:ext cx="925866" cy="92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9;p4" descr="A logo with blue and yellow colors&#10;&#10;AI-generated content may be incorrect.">
            <a:extLst>
              <a:ext uri="{FF2B5EF4-FFF2-40B4-BE49-F238E27FC236}">
                <a16:creationId xmlns:a16="http://schemas.microsoft.com/office/drawing/2014/main" id="{853B6F08-8170-1A1F-83ED-D91CE0568B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1409528" cy="548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666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DE6883-CB1D-5414-A340-407B781B6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4630401" cy="8229600"/>
          </a:xfrm>
          <a:prstGeom prst="rect">
            <a:avLst/>
          </a:prstGeom>
        </p:spPr>
      </p:pic>
      <p:pic>
        <p:nvPicPr>
          <p:cNvPr id="3" name="Google Shape;130;p4" descr="A gold coin with a picture of a child and a child holding a stick&#10;&#10;AI-generated content may be incorrect.">
            <a:extLst>
              <a:ext uri="{FF2B5EF4-FFF2-40B4-BE49-F238E27FC236}">
                <a16:creationId xmlns:a16="http://schemas.microsoft.com/office/drawing/2014/main" id="{C800D083-FD54-79FF-37B1-ED399667D8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04534" y="0"/>
            <a:ext cx="925866" cy="92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9;p4" descr="A logo with blue and yellow colors&#10;&#10;AI-generated content may be incorrect.">
            <a:extLst>
              <a:ext uri="{FF2B5EF4-FFF2-40B4-BE49-F238E27FC236}">
                <a16:creationId xmlns:a16="http://schemas.microsoft.com/office/drawing/2014/main" id="{2A16DDED-EB7E-93F9-A455-453A1E0568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1409528" cy="548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4306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04A24D-0C21-8113-C0D9-C94767A93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4630400" cy="8229601"/>
          </a:xfrm>
          <a:prstGeom prst="rect">
            <a:avLst/>
          </a:prstGeom>
        </p:spPr>
      </p:pic>
      <p:pic>
        <p:nvPicPr>
          <p:cNvPr id="3" name="Google Shape;130;p4" descr="A gold coin with a picture of a child and a child holding a stick&#10;&#10;AI-generated content may be incorrect.">
            <a:extLst>
              <a:ext uri="{FF2B5EF4-FFF2-40B4-BE49-F238E27FC236}">
                <a16:creationId xmlns:a16="http://schemas.microsoft.com/office/drawing/2014/main" id="{4D6F654B-507F-AABE-F568-A85A7F3C0F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81502" y="-2"/>
            <a:ext cx="925866" cy="92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9;p4" descr="A logo with blue and yellow colors&#10;&#10;AI-generated content may be incorrect.">
            <a:extLst>
              <a:ext uri="{FF2B5EF4-FFF2-40B4-BE49-F238E27FC236}">
                <a16:creationId xmlns:a16="http://schemas.microsoft.com/office/drawing/2014/main" id="{FDC32E68-3211-7617-AF38-0CDB26CF63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87608" cy="441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2082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F7325C-C672-6E8D-32C8-5B5E14294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4630400" cy="8229600"/>
          </a:xfrm>
          <a:prstGeom prst="rect">
            <a:avLst/>
          </a:prstGeom>
        </p:spPr>
      </p:pic>
      <p:pic>
        <p:nvPicPr>
          <p:cNvPr id="3" name="Google Shape;130;p4" descr="A gold coin with a picture of a child and a child holding a stick&#10;&#10;AI-generated content may be incorrect.">
            <a:extLst>
              <a:ext uri="{FF2B5EF4-FFF2-40B4-BE49-F238E27FC236}">
                <a16:creationId xmlns:a16="http://schemas.microsoft.com/office/drawing/2014/main" id="{E2A0F7C2-26C3-AD44-22B7-2AAFE8E456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04534" y="0"/>
            <a:ext cx="925866" cy="9258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973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2F9832-D905-DFF9-2A67-7317C68A2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  <p:pic>
        <p:nvPicPr>
          <p:cNvPr id="3" name="Google Shape;130;p4" descr="A gold coin with a picture of a child and a child holding a stick&#10;&#10;AI-generated content may be incorrect.">
            <a:extLst>
              <a:ext uri="{FF2B5EF4-FFF2-40B4-BE49-F238E27FC236}">
                <a16:creationId xmlns:a16="http://schemas.microsoft.com/office/drawing/2014/main" id="{FA1F6260-91C5-FC78-B3C2-BD45D41420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7566" y="0"/>
            <a:ext cx="925866" cy="92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9;p4" descr="A logo with blue and yellow colors&#10;&#10;AI-generated content may be incorrect.">
            <a:extLst>
              <a:ext uri="{FF2B5EF4-FFF2-40B4-BE49-F238E27FC236}">
                <a16:creationId xmlns:a16="http://schemas.microsoft.com/office/drawing/2014/main" id="{48CB2F3B-3F67-0A0A-A352-783CF4F501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032" y="0"/>
            <a:ext cx="1409528" cy="548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96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D34B20-C0D1-C0A5-73A5-DF50EA52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4630401" cy="8229599"/>
          </a:xfrm>
          <a:prstGeom prst="rect">
            <a:avLst/>
          </a:prstGeom>
        </p:spPr>
      </p:pic>
      <p:pic>
        <p:nvPicPr>
          <p:cNvPr id="3" name="Google Shape;130;p4" descr="A gold coin with a picture of a child and a child holding a stick&#10;&#10;AI-generated content may be incorrect.">
            <a:extLst>
              <a:ext uri="{FF2B5EF4-FFF2-40B4-BE49-F238E27FC236}">
                <a16:creationId xmlns:a16="http://schemas.microsoft.com/office/drawing/2014/main" id="{9D54D009-42E1-4297-8BB1-3E7CC8B8A9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04534" y="9507"/>
            <a:ext cx="925866" cy="92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9;p4" descr="A logo with blue and yellow colors&#10;&#10;AI-generated content may be incorrect.">
            <a:extLst>
              <a:ext uri="{FF2B5EF4-FFF2-40B4-BE49-F238E27FC236}">
                <a16:creationId xmlns:a16="http://schemas.microsoft.com/office/drawing/2014/main" id="{6FB8F66B-6667-0141-CD95-22E66AD2AE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1211408" cy="472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7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60DD67B2-41C9-393F-E8D0-A2404B190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" y="-167640"/>
            <a:ext cx="14949070" cy="8397240"/>
          </a:xfrm>
          <a:prstGeom prst="rect">
            <a:avLst/>
          </a:prstGeom>
        </p:spPr>
      </p:pic>
      <p:pic>
        <p:nvPicPr>
          <p:cNvPr id="36" name="Google Shape;129;p4" descr="A logo with blue and yellow colors&#10;&#10;AI-generated content may be incorrect.">
            <a:extLst>
              <a:ext uri="{FF2B5EF4-FFF2-40B4-BE49-F238E27FC236}">
                <a16:creationId xmlns:a16="http://schemas.microsoft.com/office/drawing/2014/main" id="{3788652B-0C4D-999F-DE0A-D181BE54EF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7640" y="-60960"/>
            <a:ext cx="1211408" cy="472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130;p4" descr="A gold coin with a picture of a child and a child holding a stick&#10;&#10;AI-generated content may be incorrect.">
            <a:extLst>
              <a:ext uri="{FF2B5EF4-FFF2-40B4-BE49-F238E27FC236}">
                <a16:creationId xmlns:a16="http://schemas.microsoft.com/office/drawing/2014/main" id="{C328C2AF-7239-250F-B6CD-CF1D85E7C9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48884" y="-167640"/>
            <a:ext cx="925866" cy="9258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432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6C616F-1FDC-A8A3-5F21-F9DBE2B32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4630401" cy="8251293"/>
          </a:xfrm>
          <a:prstGeom prst="rect">
            <a:avLst/>
          </a:prstGeom>
        </p:spPr>
      </p:pic>
      <p:pic>
        <p:nvPicPr>
          <p:cNvPr id="3" name="Google Shape;130;p4" descr="A gold coin with a picture of a child and a child holding a stick&#10;&#10;AI-generated content may be incorrect.">
            <a:extLst>
              <a:ext uri="{FF2B5EF4-FFF2-40B4-BE49-F238E27FC236}">
                <a16:creationId xmlns:a16="http://schemas.microsoft.com/office/drawing/2014/main" id="{A437EA77-D8E8-6499-8363-E8E1B0328B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62866" y="103031"/>
            <a:ext cx="925866" cy="92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9;p4" descr="A logo with blue and yellow colors&#10;&#10;AI-generated content may be incorrect.">
            <a:extLst>
              <a:ext uri="{FF2B5EF4-FFF2-40B4-BE49-F238E27FC236}">
                <a16:creationId xmlns:a16="http://schemas.microsoft.com/office/drawing/2014/main" id="{65446584-4004-B8D0-229F-DF6843205C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32" y="0"/>
            <a:ext cx="1516208" cy="579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8683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3201D5-E907-58E9-BC0C-7FC529162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4" name="Google Shape;129;p4" descr="A logo with blue and yellow colors&#10;&#10;AI-generated content may be incorrect.">
            <a:extLst>
              <a:ext uri="{FF2B5EF4-FFF2-40B4-BE49-F238E27FC236}">
                <a16:creationId xmlns:a16="http://schemas.microsoft.com/office/drawing/2014/main" id="{1EC7B1D7-2D32-6735-6FD2-0130A560A2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32" y="0"/>
            <a:ext cx="1516208" cy="57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0;p4" descr="A gold coin with a picture of a child and a child holding a stick&#10;&#10;AI-generated content may be incorrect.">
            <a:extLst>
              <a:ext uri="{FF2B5EF4-FFF2-40B4-BE49-F238E27FC236}">
                <a16:creationId xmlns:a16="http://schemas.microsoft.com/office/drawing/2014/main" id="{66B143F1-0CE0-D99E-0BA6-0455E94C2D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27566" y="0"/>
            <a:ext cx="925866" cy="9258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0174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1</Words>
  <Application>Microsoft Office PowerPoint</Application>
  <PresentationFormat>Custom</PresentationFormat>
  <Paragraphs>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NITESH</dc:creator>
  <cp:lastModifiedBy>niteshmulam30@gmail.com</cp:lastModifiedBy>
  <cp:revision>20</cp:revision>
  <dcterms:created xsi:type="dcterms:W3CDTF">2026-03-01T10:35:53Z</dcterms:created>
  <dcterms:modified xsi:type="dcterms:W3CDTF">2026-07-04T15:46:51Z</dcterms:modified>
</cp:coreProperties>
</file>